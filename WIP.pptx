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6" r:id="rId13"/>
    <p:sldId id="274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5F46D-5006-AC97-8ED4-692702779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EE4E9C-F6FB-40A5-FE29-E6BB35551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287DC9-4935-2BB8-6D1E-0D49C3B7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F0F5D0-06E7-61BD-2200-3F23F9784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F3753E-7FE0-E713-534D-618EB8B5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186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F1907-10BD-7CC2-C273-AF133162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339FBD-838E-DBA6-3AD7-71CBE709F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98735-1258-BAB4-DDFC-5BF5E82A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40C5BA-15D1-7F6E-569F-F3FB3C483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0469D1-8035-666B-11D9-E26D9D37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076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AE82C-232E-B44C-0921-E37FBC55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EA3B60-B670-52D4-5152-7A0A77DD6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15D59-851D-E533-9101-2BC1613E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A5A17E-4BEB-9898-5EF0-AC838CC62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F3A0CF-077B-D1E7-E885-FC7D62CE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515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B03C9-491E-270C-74DE-66B1050F7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23B716-B0E1-77E0-9A07-5CF15B8CC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3714F5-DBEC-E91F-828C-5A93E3248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E1B94D-66E9-B762-7898-23B8B7B0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909D13-2ED6-2D62-28A7-2DF0DE72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135D65-C22A-E97D-AFB6-EE58DA6F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219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F92B8-89F0-82EF-9414-084FD09E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AA2B67-8C51-31D5-6461-F97113CF4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1975DA-3DFC-5C9A-165C-6F901CFB0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968A72D-5E97-29D8-89CA-A15C34A55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DA41A4-4B84-5CC1-CB1E-32ADDA441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66DA1A4-0D14-F876-1506-A9879515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7B3AB5B-51BE-C652-F687-52D722019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AD7132-4F24-47F6-0318-8AC9A893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34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8C489-999D-6354-C403-89ABCA48C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C7A7A4A-807F-BD8C-C18A-6EADF284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115DD5-E5AA-DF00-309A-9A6234F2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79FBF4-4B15-7A65-65F2-9B435FD3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727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4C28BD-5B98-BB8A-C4C8-1D797AA62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73DD43-8443-47E7-8BC7-6E663840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36E4C7-17CD-3922-D566-0E6111F6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070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E637A-4EF5-55AF-C92A-107A96DF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1CB3D3-FC49-1151-A5E1-F911B7EFE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B4FD92-B953-7A93-2CDF-8E3EF785E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3C954C-9617-5079-2FFB-1B2490FD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9D78AF-D7E8-F9F0-CD5C-7CDF8AB5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6B732B-7F2E-EDFB-4CE1-8E1FF1CCA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770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41C82-C1B0-966C-5DBB-E449D8864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14373-4A7A-1C4B-0082-1FD20E430F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296304-FC5F-5406-6CF8-1ACBDD264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0EC520-F1C0-8E00-8FEA-7DF61C45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B8DAA8-E61E-3C42-80F1-A14FAACD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8F9F0F-5A5B-26BD-EB2E-383F21E5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92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BFCB7-BA2D-39B0-E197-AF6CD52AF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9076F9-C852-5C7B-DDCB-82F002A4F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A1B9D0-B4BB-2917-0E21-F04BDF92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13F01-FF5C-CDBE-93AF-A3D3839D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AC013B-B35E-FC46-807C-C8C9DC4A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9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FD98CF-E1D5-0D96-15EB-EF6C01E39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281C48-70D0-53C4-31BE-559B378C4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D06346-7D5B-6C5B-A145-3DD50C68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F3ACC3-4330-0B0C-ABB0-85894385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A773B4-DB0D-1E3E-EE58-8BC3064F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882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9B9B88D-D57B-914E-D6B7-0209A1BBB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DBDF86-5D3B-B0A4-B890-69304764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1ABA9A-8B52-47F7-79E7-B077FC75D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6B1BB5-CE0B-4E36-A493-B3A9C13C4E2E}" type="datetimeFigureOut">
              <a:rPr lang="es-ES" smtClean="0"/>
              <a:t>17/04/2026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54C347-3826-5FE5-F291-03D8953E3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7C2B27-E665-45E6-7BAD-B10F130E3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BC760-5AA1-472E-9BD3-21EF926836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158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E24A83-2D80-5E88-32D5-6978CFFAD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s-ES" sz="6700" dirty="0" err="1"/>
              <a:t>Using</a:t>
            </a:r>
            <a:r>
              <a:rPr lang="es-ES" sz="6700" dirty="0"/>
              <a:t> PCA </a:t>
            </a:r>
            <a:r>
              <a:rPr lang="es-ES" sz="6700" dirty="0" err="1"/>
              <a:t>to</a:t>
            </a:r>
            <a:r>
              <a:rPr lang="es-ES" sz="6700" dirty="0"/>
              <a:t> </a:t>
            </a:r>
            <a:r>
              <a:rPr lang="es-ES" sz="6700" dirty="0" err="1"/>
              <a:t>perform</a:t>
            </a:r>
            <a:r>
              <a:rPr lang="es-ES" sz="6700" dirty="0"/>
              <a:t> </a:t>
            </a:r>
            <a:r>
              <a:rPr lang="es-ES" sz="6700" dirty="0" err="1"/>
              <a:t>pressure</a:t>
            </a:r>
            <a:r>
              <a:rPr lang="es-ES" sz="6700" dirty="0"/>
              <a:t> and </a:t>
            </a:r>
            <a:r>
              <a:rPr lang="es-ES" sz="6700" dirty="0" err="1"/>
              <a:t>temperature</a:t>
            </a:r>
            <a:r>
              <a:rPr lang="es-ES" sz="6700" dirty="0"/>
              <a:t> </a:t>
            </a:r>
            <a:r>
              <a:rPr lang="es-ES" sz="6700" dirty="0" err="1"/>
              <a:t>corrections</a:t>
            </a:r>
            <a:r>
              <a:rPr lang="es-ES" sz="6700" dirty="0"/>
              <a:t> </a:t>
            </a:r>
            <a:r>
              <a:rPr lang="es-ES" sz="6700" dirty="0" err="1"/>
              <a:t>on</a:t>
            </a:r>
            <a:r>
              <a:rPr lang="es-ES" sz="6700" dirty="0"/>
              <a:t> muon data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3D6406-8470-B371-8007-1118B224A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 lang="es-E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6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A7A5F0-EE32-2DBD-906C-C50B294D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s-ES" sz="4800"/>
              <a:t>Initial data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724AE6-B35B-4440-FFF8-358DA99BB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s-ES" sz="2200" dirty="0" err="1"/>
              <a:t>Events</a:t>
            </a:r>
            <a:r>
              <a:rPr lang="es-ES" sz="2200" dirty="0"/>
              <a:t> in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list_of_events.xslx</a:t>
            </a:r>
            <a:r>
              <a:rPr lang="es-ES" sz="2200" dirty="0"/>
              <a:t> </a:t>
            </a:r>
            <a:r>
              <a:rPr lang="es-ES" sz="2200" dirty="0" err="1"/>
              <a:t>spreadsheet</a:t>
            </a:r>
            <a:r>
              <a:rPr lang="es-ES" sz="2200" dirty="0"/>
              <a:t> </a:t>
            </a:r>
            <a:r>
              <a:rPr lang="es-ES" sz="2200" dirty="0" err="1"/>
              <a:t>marked</a:t>
            </a:r>
            <a:endParaRPr lang="es-ES" sz="2200" dirty="0"/>
          </a:p>
          <a:p>
            <a:r>
              <a:rPr lang="es-ES" sz="2200" dirty="0" err="1"/>
              <a:t>February</a:t>
            </a:r>
            <a:r>
              <a:rPr lang="es-ES" sz="2200" dirty="0"/>
              <a:t> 2024 has no data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0EA54A-D47B-F46C-2E3A-8DDBC5C1F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007" y="2569464"/>
            <a:ext cx="4042786" cy="36789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7AC337B-AC2A-4D7A-63B0-0FBDC201D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159" y="2569464"/>
            <a:ext cx="4042786" cy="367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63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1BA02D-FA34-F5AF-C905-38CC57B5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Atmospheric data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DB6EE4-900F-6C28-A746-D14BF2D3A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684" y="1670857"/>
            <a:ext cx="10178934" cy="557901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Simulated pressure, temperature and humidity data in 500m steps above the ICARO station. Hourly measurements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A682D9C-9456-F499-A6ED-D17388538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246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7530064-77EA-321E-3E73-067A679DE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246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48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37B304-F1BA-D5E3-3197-46009997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ES" sz="5400"/>
              <a:t>PCA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56B20A-B455-39B8-9C85-1DE8C22B4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s-ES" sz="2200" dirty="0" err="1"/>
              <a:t>We</a:t>
            </a:r>
            <a:r>
              <a:rPr lang="es-ES" sz="2200" dirty="0"/>
              <a:t> </a:t>
            </a:r>
            <a:r>
              <a:rPr lang="es-ES" sz="2200" dirty="0" err="1"/>
              <a:t>take</a:t>
            </a:r>
            <a:r>
              <a:rPr lang="es-ES" sz="2200" dirty="0"/>
              <a:t> </a:t>
            </a:r>
            <a:r>
              <a:rPr lang="es-ES" sz="2200" dirty="0" err="1"/>
              <a:t>our</a:t>
            </a:r>
            <a:r>
              <a:rPr lang="es-ES" sz="2200" dirty="0"/>
              <a:t> data and </a:t>
            </a:r>
            <a:r>
              <a:rPr lang="es-ES" sz="2200" dirty="0" err="1"/>
              <a:t>perform</a:t>
            </a:r>
            <a:r>
              <a:rPr lang="es-ES" sz="2200" dirty="0"/>
              <a:t> a linear </a:t>
            </a:r>
            <a:r>
              <a:rPr lang="es-ES" sz="2200" dirty="0" err="1"/>
              <a:t>transform</a:t>
            </a:r>
            <a:r>
              <a:rPr lang="es-ES" sz="2200" dirty="0"/>
              <a:t> onto a </a:t>
            </a:r>
            <a:r>
              <a:rPr lang="es-ES" sz="2200" dirty="0" err="1"/>
              <a:t>coordinate</a:t>
            </a:r>
            <a:r>
              <a:rPr lang="es-ES" sz="2200" dirty="0"/>
              <a:t> </a:t>
            </a:r>
            <a:r>
              <a:rPr lang="es-ES" sz="2200" dirty="0" err="1"/>
              <a:t>system</a:t>
            </a:r>
            <a:r>
              <a:rPr lang="es-ES" sz="2200" dirty="0"/>
              <a:t> </a:t>
            </a:r>
            <a:r>
              <a:rPr lang="es-ES" sz="2200" dirty="0" err="1"/>
              <a:t>where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directions</a:t>
            </a:r>
            <a:r>
              <a:rPr lang="es-ES" sz="2200" dirty="0"/>
              <a:t> (principal </a:t>
            </a:r>
            <a:r>
              <a:rPr lang="es-ES" sz="2200" dirty="0" err="1"/>
              <a:t>components</a:t>
            </a:r>
            <a:r>
              <a:rPr lang="es-ES" sz="2200" dirty="0"/>
              <a:t>) </a:t>
            </a:r>
            <a:r>
              <a:rPr lang="es-ES" sz="2200" dirty="0" err="1"/>
              <a:t>that</a:t>
            </a:r>
            <a:r>
              <a:rPr lang="es-ES" sz="2200" dirty="0"/>
              <a:t> show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largest</a:t>
            </a:r>
            <a:r>
              <a:rPr lang="es-ES" sz="2200" dirty="0"/>
              <a:t> </a:t>
            </a:r>
            <a:r>
              <a:rPr lang="es-ES" sz="2200" dirty="0" err="1"/>
              <a:t>variation</a:t>
            </a:r>
            <a:r>
              <a:rPr lang="es-ES" sz="2200" dirty="0"/>
              <a:t> in </a:t>
            </a:r>
            <a:r>
              <a:rPr lang="es-ES" sz="2200" dirty="0" err="1"/>
              <a:t>the</a:t>
            </a:r>
            <a:r>
              <a:rPr lang="es-ES" sz="2200" dirty="0"/>
              <a:t> data are </a:t>
            </a:r>
            <a:r>
              <a:rPr lang="es-ES" sz="2200" dirty="0" err="1"/>
              <a:t>easily</a:t>
            </a:r>
            <a:r>
              <a:rPr lang="es-ES" sz="2200" dirty="0"/>
              <a:t> </a:t>
            </a:r>
            <a:r>
              <a:rPr lang="es-ES" sz="2200" dirty="0" err="1"/>
              <a:t>seen</a:t>
            </a:r>
            <a:endParaRPr lang="es-ES" sz="2200" dirty="0"/>
          </a:p>
          <a:p>
            <a:r>
              <a:rPr lang="es-ES" sz="2200" dirty="0" err="1"/>
              <a:t>We</a:t>
            </a:r>
            <a:r>
              <a:rPr lang="es-ES" sz="2200" dirty="0"/>
              <a:t> use </a:t>
            </a:r>
            <a:r>
              <a:rPr lang="es-ES" sz="2200" dirty="0" err="1"/>
              <a:t>only</a:t>
            </a:r>
            <a:r>
              <a:rPr lang="es-ES" sz="2200" dirty="0"/>
              <a:t> </a:t>
            </a:r>
            <a:r>
              <a:rPr lang="es-ES" sz="2200" dirty="0" err="1"/>
              <a:t>pressure</a:t>
            </a:r>
            <a:r>
              <a:rPr lang="es-ES" sz="2200" dirty="0"/>
              <a:t> and </a:t>
            </a:r>
            <a:r>
              <a:rPr lang="es-ES" sz="2200" dirty="0" err="1"/>
              <a:t>temperature</a:t>
            </a:r>
            <a:r>
              <a:rPr lang="es-ES" sz="2200" dirty="0"/>
              <a:t> data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4BED0F-F98A-5937-BA09-547B06754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245413"/>
            <a:ext cx="5458968" cy="436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3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12ACE2-AD08-956E-5BBC-89B12A5E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ES" sz="5400"/>
              <a:t>PCA II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DBCD9A-AD51-3BE1-64E0-6052A6914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s-ES" sz="2200" dirty="0" err="1"/>
              <a:t>We</a:t>
            </a:r>
            <a:r>
              <a:rPr lang="es-ES" sz="2200" dirty="0"/>
              <a:t> can </a:t>
            </a:r>
            <a:r>
              <a:rPr lang="es-ES" sz="2200" dirty="0" err="1"/>
              <a:t>choose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cutoff</a:t>
            </a:r>
            <a:r>
              <a:rPr lang="es-ES" sz="2200" dirty="0"/>
              <a:t> </a:t>
            </a:r>
            <a:r>
              <a:rPr lang="es-ES" sz="2200" dirty="0" err="1"/>
              <a:t>point</a:t>
            </a:r>
            <a:r>
              <a:rPr lang="es-ES" sz="2200" dirty="0"/>
              <a:t> </a:t>
            </a:r>
            <a:r>
              <a:rPr lang="es-ES" sz="2200" dirty="0" err="1"/>
              <a:t>for</a:t>
            </a:r>
            <a:r>
              <a:rPr lang="es-ES" sz="2200" dirty="0"/>
              <a:t> </a:t>
            </a:r>
            <a:r>
              <a:rPr lang="es-ES" sz="2200" dirty="0" err="1"/>
              <a:t>explained</a:t>
            </a:r>
            <a:r>
              <a:rPr lang="es-ES" sz="2200" dirty="0"/>
              <a:t> </a:t>
            </a:r>
            <a:r>
              <a:rPr lang="es-ES" sz="2200" dirty="0" err="1"/>
              <a:t>variance</a:t>
            </a:r>
            <a:r>
              <a:rPr lang="es-ES" sz="2200" dirty="0"/>
              <a:t>. In </a:t>
            </a:r>
            <a:r>
              <a:rPr lang="es-ES" sz="2200" dirty="0" err="1"/>
              <a:t>this</a:t>
            </a:r>
            <a:r>
              <a:rPr lang="es-ES" sz="2200" dirty="0"/>
              <a:t> </a:t>
            </a:r>
            <a:r>
              <a:rPr lang="es-ES" sz="2200" dirty="0" err="1"/>
              <a:t>work</a:t>
            </a:r>
            <a:r>
              <a:rPr lang="es-ES" sz="2200" dirty="0"/>
              <a:t>, </a:t>
            </a:r>
            <a:r>
              <a:rPr lang="es-ES" sz="2200" dirty="0" err="1"/>
              <a:t>PCs</a:t>
            </a:r>
            <a:r>
              <a:rPr lang="es-ES" sz="2200" dirty="0"/>
              <a:t> </a:t>
            </a:r>
            <a:r>
              <a:rPr lang="es-ES" sz="2200" dirty="0" err="1"/>
              <a:t>with</a:t>
            </a:r>
            <a:r>
              <a:rPr lang="es-ES" sz="2200" dirty="0"/>
              <a:t> </a:t>
            </a:r>
            <a:r>
              <a:rPr lang="es-ES" sz="2200" dirty="0" err="1"/>
              <a:t>under</a:t>
            </a:r>
            <a:r>
              <a:rPr lang="es-ES" sz="2200" dirty="0"/>
              <a:t> 0.01 </a:t>
            </a:r>
            <a:r>
              <a:rPr lang="es-ES" sz="2200" dirty="0" err="1"/>
              <a:t>explained</a:t>
            </a:r>
            <a:r>
              <a:rPr lang="es-ES" sz="2200" dirty="0"/>
              <a:t> </a:t>
            </a:r>
            <a:r>
              <a:rPr lang="es-ES" sz="2200" dirty="0" err="1"/>
              <a:t>variance</a:t>
            </a:r>
            <a:r>
              <a:rPr lang="es-ES" sz="2200" dirty="0"/>
              <a:t> ratio </a:t>
            </a:r>
            <a:r>
              <a:rPr lang="es-ES" sz="2200" dirty="0" err="1"/>
              <a:t>were</a:t>
            </a:r>
            <a:r>
              <a:rPr lang="es-ES" sz="2200" dirty="0"/>
              <a:t> </a:t>
            </a:r>
            <a:r>
              <a:rPr lang="es-ES" sz="2200" dirty="0" err="1"/>
              <a:t>discarded</a:t>
            </a:r>
            <a:endParaRPr lang="es-ES" sz="2200" dirty="0"/>
          </a:p>
          <a:p>
            <a:r>
              <a:rPr lang="es-ES" sz="2200" dirty="0" err="1"/>
              <a:t>This</a:t>
            </a:r>
            <a:r>
              <a:rPr lang="es-ES" sz="2200" dirty="0"/>
              <a:t> </a:t>
            </a:r>
            <a:r>
              <a:rPr lang="es-ES" sz="2200" dirty="0" err="1"/>
              <a:t>leaves</a:t>
            </a:r>
            <a:r>
              <a:rPr lang="es-ES" sz="2200" dirty="0"/>
              <a:t> </a:t>
            </a:r>
            <a:r>
              <a:rPr lang="es-ES" sz="2200" dirty="0" err="1"/>
              <a:t>us</a:t>
            </a:r>
            <a:r>
              <a:rPr lang="es-ES" sz="2200" dirty="0"/>
              <a:t> </a:t>
            </a:r>
            <a:r>
              <a:rPr lang="es-ES" sz="2200" dirty="0" err="1"/>
              <a:t>with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first</a:t>
            </a:r>
            <a:r>
              <a:rPr lang="es-ES" sz="2200" dirty="0"/>
              <a:t> 11 </a:t>
            </a:r>
            <a:r>
              <a:rPr lang="es-ES" sz="2200" dirty="0" err="1"/>
              <a:t>PCs</a:t>
            </a:r>
            <a:endParaRPr lang="es-ES" sz="2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BA2E8E-391C-3228-9C30-AF00F0237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245413"/>
            <a:ext cx="5458968" cy="436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7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604B73-4659-8CB0-98A3-88E219C2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ES" sz="5400"/>
              <a:t>PCA III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A1E965-D8F7-1D1F-D33E-F2034157E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s-ES" sz="2200"/>
              <a:t>We perform a linear regression between the PCs and the muon data and obtain their R^2 and slope values</a:t>
            </a:r>
          </a:p>
          <a:p>
            <a:r>
              <a:rPr lang="es-ES" sz="2200"/>
              <a:t>The PCs with the highest R^2 are used in the correction.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F1A0D6-D1CA-E101-6922-82EC6200B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58882"/>
            <a:ext cx="6903720" cy="554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06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5060DF-6268-0789-2440-BF78EBD5A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ES" sz="5400"/>
              <a:t>PCA IV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E9D995-7AC9-C81D-EF97-1E1F3750B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s-ES" sz="2200" dirty="0"/>
              <a:t>Just </a:t>
            </a:r>
            <a:r>
              <a:rPr lang="es-ES" sz="2200" dirty="0" err="1"/>
              <a:t>like</a:t>
            </a:r>
            <a:r>
              <a:rPr lang="es-ES" sz="2200" dirty="0"/>
              <a:t> </a:t>
            </a:r>
            <a:r>
              <a:rPr lang="es-ES" sz="2200" dirty="0" err="1"/>
              <a:t>before</a:t>
            </a:r>
            <a:r>
              <a:rPr lang="es-ES" sz="2200" dirty="0"/>
              <a:t>, </a:t>
            </a:r>
            <a:r>
              <a:rPr lang="es-ES" sz="2200" dirty="0" err="1"/>
              <a:t>we</a:t>
            </a:r>
            <a:r>
              <a:rPr lang="es-ES" sz="2200" dirty="0"/>
              <a:t> can </a:t>
            </a:r>
            <a:r>
              <a:rPr lang="es-ES" sz="2200" dirty="0" err="1"/>
              <a:t>choose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cutoff</a:t>
            </a:r>
            <a:r>
              <a:rPr lang="es-ES" sz="2200" dirty="0"/>
              <a:t> </a:t>
            </a:r>
            <a:r>
              <a:rPr lang="es-ES" sz="2200" dirty="0" err="1"/>
              <a:t>point</a:t>
            </a:r>
            <a:r>
              <a:rPr lang="es-ES" sz="2200" dirty="0"/>
              <a:t> </a:t>
            </a:r>
            <a:r>
              <a:rPr lang="es-ES" sz="2200" dirty="0" err="1"/>
              <a:t>for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R^2 </a:t>
            </a:r>
            <a:r>
              <a:rPr lang="es-ES" sz="2200" dirty="0" err="1"/>
              <a:t>of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components</a:t>
            </a:r>
            <a:r>
              <a:rPr lang="es-ES" sz="2200" dirty="0"/>
              <a:t> </a:t>
            </a:r>
            <a:r>
              <a:rPr lang="es-ES" sz="2200" dirty="0" err="1"/>
              <a:t>that</a:t>
            </a:r>
            <a:r>
              <a:rPr lang="es-ES" sz="2200" dirty="0"/>
              <a:t> </a:t>
            </a:r>
            <a:r>
              <a:rPr lang="es-ES" sz="2200" dirty="0" err="1"/>
              <a:t>we</a:t>
            </a:r>
            <a:r>
              <a:rPr lang="es-ES" sz="2200" dirty="0"/>
              <a:t> </a:t>
            </a:r>
            <a:r>
              <a:rPr lang="es-ES" sz="2200" dirty="0" err="1"/>
              <a:t>want</a:t>
            </a:r>
            <a:r>
              <a:rPr lang="es-ES" sz="2200" dirty="0"/>
              <a:t> </a:t>
            </a:r>
            <a:r>
              <a:rPr lang="es-ES" sz="2200" dirty="0" err="1"/>
              <a:t>to</a:t>
            </a:r>
            <a:r>
              <a:rPr lang="es-ES" sz="2200" dirty="0"/>
              <a:t> </a:t>
            </a:r>
            <a:r>
              <a:rPr lang="es-ES" sz="2200" dirty="0" err="1"/>
              <a:t>consider</a:t>
            </a:r>
            <a:r>
              <a:rPr lang="es-ES" sz="2200" dirty="0"/>
              <a:t>. </a:t>
            </a:r>
          </a:p>
          <a:p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lower</a:t>
            </a:r>
            <a:r>
              <a:rPr lang="es-ES" sz="2200" dirty="0"/>
              <a:t> </a:t>
            </a:r>
            <a:r>
              <a:rPr lang="es-ES" sz="2200" dirty="0" err="1"/>
              <a:t>the</a:t>
            </a:r>
            <a:r>
              <a:rPr lang="es-ES" sz="2200" dirty="0"/>
              <a:t> </a:t>
            </a:r>
            <a:r>
              <a:rPr lang="es-ES" sz="2200" dirty="0" err="1"/>
              <a:t>cutoff</a:t>
            </a:r>
            <a:r>
              <a:rPr lang="es-ES" sz="2200" dirty="0"/>
              <a:t> </a:t>
            </a:r>
            <a:r>
              <a:rPr lang="es-ES" sz="2200" dirty="0" err="1"/>
              <a:t>point</a:t>
            </a:r>
            <a:r>
              <a:rPr lang="es-ES" sz="2200" dirty="0"/>
              <a:t>, </a:t>
            </a:r>
            <a:r>
              <a:rPr lang="es-ES" sz="2200" dirty="0" err="1"/>
              <a:t>the</a:t>
            </a:r>
            <a:r>
              <a:rPr lang="es-ES" sz="2200" dirty="0"/>
              <a:t> more </a:t>
            </a:r>
            <a:r>
              <a:rPr lang="es-ES" sz="2200" dirty="0" err="1"/>
              <a:t>components</a:t>
            </a:r>
            <a:r>
              <a:rPr lang="es-ES" sz="2200" dirty="0"/>
              <a:t> </a:t>
            </a:r>
            <a:r>
              <a:rPr lang="es-ES" sz="2200" dirty="0" err="1"/>
              <a:t>we</a:t>
            </a:r>
            <a:r>
              <a:rPr lang="es-ES" sz="2200" dirty="0"/>
              <a:t> </a:t>
            </a:r>
            <a:r>
              <a:rPr lang="es-ES" sz="2200" dirty="0" err="1"/>
              <a:t>will</a:t>
            </a:r>
            <a:r>
              <a:rPr lang="es-ES" sz="2200" dirty="0"/>
              <a:t> use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81BA61-6248-E97C-1BE7-B707C0288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67513"/>
            <a:ext cx="6903720" cy="552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41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C17D09-E993-C636-8426-C65591C3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Top, R^2 = 0.1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0D668AB-098C-9300-DC5A-789552B5DA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142" y="2365285"/>
            <a:ext cx="4316445" cy="39387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6909490-0D98-9CE3-D629-0A739414F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44" y="2365285"/>
            <a:ext cx="5165582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5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AEDE1A-D63E-9369-E421-F8A415527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Bottom, R^2 = 0.1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D312E9-6F3D-DAD4-A7AD-343F03DF4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42" y="2365285"/>
            <a:ext cx="4316445" cy="39387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E710F61-6421-BC41-D4FA-8F1AFB4BD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44" y="2365285"/>
            <a:ext cx="5165582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48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0F0730-F8D0-EFD7-4567-0C8C2EC2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Top, R^2 = 0.05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F169DC-E559-A2A7-99FE-415E0051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42" y="2365285"/>
            <a:ext cx="4316445" cy="39387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CD8087-B974-01B1-73AA-DFAEC8FA2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44" y="2365285"/>
            <a:ext cx="5165582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9FADAD-93E9-8659-35EA-FE3A2E818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Bottom, R^2 = 0.05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3DA054-CA39-A6D9-E60A-423B42696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42" y="2365285"/>
            <a:ext cx="4316445" cy="39387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B0B2B28-64A8-F075-3B61-AEBACD35C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44" y="2365285"/>
            <a:ext cx="5165582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37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FA268D-CFB5-DBAC-546A-57DB6C5A2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Top, R^2 = 0.01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F37FEF-A185-15EC-91F9-4D9421225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42" y="2365285"/>
            <a:ext cx="4316445" cy="39387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DB81EFB-B0AE-F8ED-A6B1-EC9B0CAC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44" y="2365285"/>
            <a:ext cx="5165582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75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12CE8-61EB-FFB3-29DB-ECBD1EE4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Bottom, R^2 = 0.01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577A12-5E58-C305-33A5-E95386338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42" y="2365285"/>
            <a:ext cx="4316445" cy="39387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EEE277D-8E2B-CB38-5059-B6E1B03C1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44" y="2365285"/>
            <a:ext cx="5165582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38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9549B9-4C17-D9CD-842A-4E7E25A21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PC1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4D55838-041B-9689-8BB6-7A7768569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76597"/>
            <a:ext cx="6780700" cy="51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34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FBA58D-F8F5-AA3A-508C-065E3F1AF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PC2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953F594-EC64-7333-5024-C98759F09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10501"/>
            <a:ext cx="6780700" cy="503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95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423680-434B-0333-61D6-96F730FD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PC3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only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0F27D8C-D2C2-EAC5-3978-24E481D2E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76597"/>
            <a:ext cx="6780700" cy="51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26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89ABBE-CBB5-B6D5-00DB-805AE22D8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PC4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only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1294E06-8297-9A76-BB71-7A649AE49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76597"/>
            <a:ext cx="6780700" cy="51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0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DA9369-ECA4-948A-6E8E-51067B02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PC5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Bottom only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1BE9BFB-BED9-4FB4-E4E5-D22C33BCA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76597"/>
            <a:ext cx="6780700" cy="51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01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F4F5B6-C928-3397-3D74-6A535CF1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PC7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only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13A2488-09D0-DFAA-003E-08E06F049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76597"/>
            <a:ext cx="6780700" cy="51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77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181A57-05C3-7DE3-4C3D-DD29B35F6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PC8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056A405-6CD0-3B1E-2026-1D02EA62E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76597"/>
            <a:ext cx="6780700" cy="51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00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26D447-7813-2CD4-1A31-A95CE9F59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PC9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only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1E0E64B-BEDC-76FC-ACDE-642DC1EB1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42694"/>
            <a:ext cx="6780700" cy="517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26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BCAAD0-A70D-1C99-D77B-3DCDC51B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PC10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DA51BC6-831F-AC2C-D361-94C6181B0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76597"/>
            <a:ext cx="6780700" cy="51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44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970796C-89F3-5961-DCB5-0692BD8B9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3935" y="110551"/>
            <a:ext cx="8704130" cy="663689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9AF504-50F5-CAF4-F128-CFAB8B052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196" y="110551"/>
            <a:ext cx="8698869" cy="66409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D7C2C3C-9DBA-08F6-147F-16DA23C5B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934" y="106534"/>
            <a:ext cx="8704131" cy="664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6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274</Words>
  <Application>Microsoft Office PowerPoint</Application>
  <PresentationFormat>Panorámica</PresentationFormat>
  <Paragraphs>33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Tema de Office</vt:lpstr>
      <vt:lpstr>Using PCA to perform pressure and temperature corrections on muon data</vt:lpstr>
      <vt:lpstr>Initial data</vt:lpstr>
      <vt:lpstr>Atmospheric data</vt:lpstr>
      <vt:lpstr>PCA</vt:lpstr>
      <vt:lpstr>PCA II</vt:lpstr>
      <vt:lpstr>PCA III</vt:lpstr>
      <vt:lpstr>PCA IV</vt:lpstr>
      <vt:lpstr>Results: Top, R^2 = 0.1</vt:lpstr>
      <vt:lpstr>Results: Bottom, R^2 = 0.1</vt:lpstr>
      <vt:lpstr>Results: Top, R^2 = 0.05</vt:lpstr>
      <vt:lpstr>Results: Bottom, R^2 = 0.05</vt:lpstr>
      <vt:lpstr>Results: Top, R^2 = 0.01</vt:lpstr>
      <vt:lpstr>Results: Bottom, R^2 = 0.01 </vt:lpstr>
      <vt:lpstr>PC1</vt:lpstr>
      <vt:lpstr>PC2</vt:lpstr>
      <vt:lpstr>PC3 Top only</vt:lpstr>
      <vt:lpstr>PC4 Top only</vt:lpstr>
      <vt:lpstr>PC5 Bottom only</vt:lpstr>
      <vt:lpstr>PC7 Top only</vt:lpstr>
      <vt:lpstr>PC8</vt:lpstr>
      <vt:lpstr>PC9 Top only</vt:lpstr>
      <vt:lpstr>PC10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Personat Hernando Marco</dc:creator>
  <cp:lastModifiedBy>Personat Hernando Marco</cp:lastModifiedBy>
  <cp:revision>2</cp:revision>
  <dcterms:created xsi:type="dcterms:W3CDTF">2026-04-12T22:29:02Z</dcterms:created>
  <dcterms:modified xsi:type="dcterms:W3CDTF">2026-04-16T23:29:23Z</dcterms:modified>
</cp:coreProperties>
</file>